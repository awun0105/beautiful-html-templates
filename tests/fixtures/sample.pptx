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Start with the GPS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Ask: who has seen the blue dot jump?</a:t>
            </a:r>
          </a:p>
          <a:p>
            <a:r>
              <a:t>Then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Kalman Filters 101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gentle introduction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filter?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Sensors are noisy</a:t>
            </a:r>
          </a:p>
          <a:p>
            <a:pPr lvl="1"/>
            <a:r>
              <a:t>GPS jumps a few metres</a:t>
            </a:r>
          </a:p>
          <a:p>
            <a:pPr/>
            <a:r>
              <a:t>Models drift over time</a:t>
            </a:r>
          </a:p>
          <a:p>
            <a:pPr/>
            <a:r>
              <a:t>We need weighted blending</a:t>
            </a:r>
          </a:p>
          <a:p>
            <a:r>
              <a:rPr b="1"/>
              <a:t>Bold idea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2: The maths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Filter family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85800">
                <a:tc>
                  <a:txBody>
                    <a:bodyPr/>
                    <a:lstStyle/>
                    <a:p>
                      <a:r>
                        <a:t>Filter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Cost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KF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EKF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Jacobian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UKF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sigma 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picture</a:t>
            </a:r>
          </a:p>
        </p:txBody>
      </p:sp>
      <p:pic>
        <p:nvPicPr>
          <p:cNvPr id="3" name="Picture 2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4592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 vs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Predict: move with the model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Update: correct with the sensor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Hidden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Kalman Filters 101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